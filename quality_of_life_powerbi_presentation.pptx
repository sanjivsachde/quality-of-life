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of Life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global quality of life indicators including GDP, safety, health expenditure, pollution (AQI), and happiness to understand living standards across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15,001 rows of data</a:t>
            </a:r>
          </a:p>
          <a:p>
            <a:r>
              <a:t>• Country and Year information</a:t>
            </a:r>
          </a:p>
          <a:p>
            <a:r>
              <a:t>• GDP per Capita</a:t>
            </a:r>
          </a:p>
          <a:p>
            <a:r>
              <a:t>• Life Expectancy</a:t>
            </a:r>
          </a:p>
          <a:p>
            <a:r>
              <a:t>• Safety Index</a:t>
            </a:r>
          </a:p>
          <a:p>
            <a:r>
              <a:t>• Happiness Score</a:t>
            </a:r>
          </a:p>
          <a:p>
            <a:r>
              <a:t>• PM2.5 Pollution / AQI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Overview Dashboard</a:t>
            </a:r>
          </a:p>
        </p:txBody>
      </p:sp>
      <p:pic>
        <p:nvPicPr>
          <p:cNvPr id="3" name="Picture 2" descr="932e6b31-79ab-4d0f-a40a-f6ab0122a2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77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Analysis Dashboard</a:t>
            </a:r>
          </a:p>
        </p:txBody>
      </p:sp>
      <p:pic>
        <p:nvPicPr>
          <p:cNvPr id="3" name="Picture 2" descr="995529bb-3a43-4a8b-b34c-c60fa68a40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55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Countries with higher GDP per capita often show higher life expectancy.</a:t>
            </a:r>
          </a:p>
          <a:p>
            <a:r>
              <a:t>• Pollution levels impact quality of life and health indicators.</a:t>
            </a:r>
          </a:p>
          <a:p>
            <a:r>
              <a:t>• Safety index and happiness score are strong indicators of living standards.</a:t>
            </a:r>
          </a:p>
          <a:p>
            <a:r>
              <a:t>• Interactive filtering allows country-level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a comprehensive view of global living conditions.</a:t>
            </a:r>
          </a:p>
          <a:p>
            <a:r>
              <a:t>It helps identify patterns between economic, environmental, and social factors.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